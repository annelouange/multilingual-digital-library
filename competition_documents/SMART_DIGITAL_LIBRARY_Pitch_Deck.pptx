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4360"/>
            <a:ext cx="1143000" cy="1143000"/>
          </a:xfrm>
          <a:prstGeom prst="roundRect">
            <a:avLst/>
          </a:prstGeom>
          <a:solidFill>
            <a:srgbClr val="F8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960120"/>
            <a:ext cx="347472" cy="45720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78992" y="960120"/>
            <a:ext cx="347472" cy="45720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61872" y="960120"/>
            <a:ext cx="347472" cy="45720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81328" y="822960"/>
            <a:ext cx="54864" cy="685800"/>
          </a:xfrm>
          <a:prstGeom prst="rect">
            <a:avLst/>
          </a:prstGeom>
          <a:solidFill>
            <a:srgbClr val="D9A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4200">
                <a:solidFill>
                  <a:srgbClr val="FFFFFF"/>
                </a:solidFill>
              </a:rPr>
              <a:t>MULTILINGUAL
DIGITAL LIBRARY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886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E4EEE8"/>
                </a:solidFill>
              </a:rPr>
              <a:t>Making books searchable, readable, translatable, and listenable for inclusive education.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100">
                <a:solidFill>
                  <a:srgbClr val="145341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F6C7A"/>
                </a:solidFill>
              </a:rPr>
              <a:t>Education access is not only about having books.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Learners struggle to retrieve the right information quickly.</a:t>
            </a:r>
          </a:p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Many students and workers have limited time to read long books.</a:t>
            </a:r>
          </a:p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Language barriers reduce understanding and confidence.</a:t>
            </a:r>
          </a:p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Visual impairment, dyslexia, low literacy, and reading fatigue exclude many learners.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73152"/>
          </a:xfrm>
          <a:prstGeom prst="rect">
            <a:avLst/>
          </a:prstGeom>
          <a:solidFill>
            <a:srgbClr val="D9A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6294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F6C7A"/>
                </a:solidFill>
              </a:rPr>
              <a:t>SMART DIGITAL LIBRARY | Rwanda EdTech for Inclusive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100">
                <a:solidFill>
                  <a:srgbClr val="145341"/>
                </a:solidFill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F6C7A"/>
                </a:solidFill>
              </a:rPr>
              <a:t>A digital library that turns books into active learning tools.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Existing academic books already available on the website.</a:t>
            </a:r>
          </a:p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Users can upload personal books and documents.</a:t>
            </a:r>
          </a:p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Books can be searched, read online, translated, and read aloud.</a:t>
            </a:r>
          </a:p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Voice search, recommendations, bookmarks, borrowing, and progress tracking in one platform.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73152"/>
          </a:xfrm>
          <a:prstGeom prst="rect">
            <a:avLst/>
          </a:prstGeom>
          <a:solidFill>
            <a:srgbClr val="D9A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6294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F6C7A"/>
                </a:solidFill>
              </a:rPr>
              <a:t>SMART DIGITAL LIBRARY | Rwanda EdTech for Inclusive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100">
                <a:solidFill>
                  <a:srgbClr val="145341"/>
                </a:solidFill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F6C7A"/>
                </a:solidFill>
              </a:rPr>
              <a:t>Learning should fit the learner, not the other way around.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Students can study while commuting, working, or multitasking.</a:t>
            </a:r>
          </a:p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Busy professionals can listen instead of waiting for free reading time.</a:t>
            </a:r>
          </a:p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People with dyslexia, visual impairments, or low reading confidence gain access through audio.</a:t>
            </a:r>
          </a:p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Institutions get a professional platform for digital learning and library management.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73152"/>
          </a:xfrm>
          <a:prstGeom prst="rect">
            <a:avLst/>
          </a:prstGeom>
          <a:solidFill>
            <a:srgbClr val="D9A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6294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F6C7A"/>
                </a:solidFill>
              </a:rPr>
              <a:t>SMART DIGITAL LIBRARY | Rwanda EdTech for Inclusive Learning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100">
                <a:solidFill>
                  <a:srgbClr val="145341"/>
                </a:solidFill>
              </a:rPr>
              <a:t>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F6C7A"/>
                </a:solidFill>
              </a:rPr>
              <a:t>Built for real learners and real institutions.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Easy book retrieval and smart search.</a:t>
            </a:r>
          </a:p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English/French translation and text-to-speech narration.</a:t>
            </a:r>
          </a:p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Personal uploads, online reading, bookmarks, reading progress, and borrowing tools.</a:t>
            </a:r>
          </a:p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Smart recommendations based on interests and learning activity.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73152"/>
          </a:xfrm>
          <a:prstGeom prst="rect">
            <a:avLst/>
          </a:prstGeom>
          <a:solidFill>
            <a:srgbClr val="D9A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6294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F6C7A"/>
                </a:solidFill>
              </a:rPr>
              <a:t>SMART DIGITAL LIBRARY | Rwanda EdTech for Inclusive Learning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100">
                <a:solidFill>
                  <a:srgbClr val="145341"/>
                </a:solidFill>
              </a:rPr>
              <a:t>Future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F6C7A"/>
                </a:solidFill>
              </a:rPr>
              <a:t>Features that can make the platform even stronger.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AI summaries to help learners understand chapters faster.</a:t>
            </a:r>
          </a:p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Chapter quizzes and revision questions for active learning.</a:t>
            </a:r>
          </a:p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Offline audio downloads for learners with limited internet.</a:t>
            </a:r>
          </a:p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Lecturer-curated reading paths and learning analytics for schools and universities.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73152"/>
          </a:xfrm>
          <a:prstGeom prst="rect">
            <a:avLst/>
          </a:prstGeom>
          <a:solidFill>
            <a:srgbClr val="D9A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6294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F6C7A"/>
                </a:solidFill>
              </a:rPr>
              <a:t>SMART DIGITAL LIBRARY | Rwanda EdTech for Inclusive Learning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100">
                <a:solidFill>
                  <a:srgbClr val="145341"/>
                </a:solidFill>
              </a:rPr>
              <a:t>Target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F6C7A"/>
                </a:solidFill>
              </a:rPr>
              <a:t>A scalable opportunity across Rwanda and beyond.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Students, universities, lecturers, librarians, and working learners.</a:t>
            </a:r>
          </a:p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Schools, TVET institutions, libraries, training centers, and education programs.</a:t>
            </a:r>
          </a:p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People with accessibility needs who require audio, search, and easier reading support.</a:t>
            </a:r>
          </a:p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Future expansion to African markets with similar education access challenges.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73152"/>
          </a:xfrm>
          <a:prstGeom prst="rect">
            <a:avLst/>
          </a:prstGeom>
          <a:solidFill>
            <a:srgbClr val="D9A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6294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F6C7A"/>
                </a:solidFill>
              </a:rPr>
              <a:t>SMART DIGITAL LIBRARY | Rwanda EdTech for Inclusive Learning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100">
                <a:solidFill>
                  <a:srgbClr val="145341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F6C7A"/>
                </a:solidFill>
              </a:rPr>
              <a:t>Social impact with sustainable growth potential.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783080"/>
            <a:ext cx="314553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45341"/>
                </a:solidFill>
              </a:rPr>
              <a:t>Institutional Plans</a:t>
            </a:r>
          </a:p>
          <a:p>
            <a:pPr>
              <a:defRPr sz="1100">
                <a:solidFill>
                  <a:srgbClr val="1C232B"/>
                </a:solidFill>
              </a:defRPr>
            </a:pPr>
            <a:r>
              <a:t>Subscriptions for schools, universities, libraries, and training centers.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783080"/>
            <a:ext cx="314553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45341"/>
                </a:solidFill>
              </a:rPr>
              <a:t>Premium Tools</a:t>
            </a:r>
          </a:p>
          <a:p>
            <a:pPr>
              <a:defRPr sz="1100">
                <a:solidFill>
                  <a:srgbClr val="1C232B"/>
                </a:solidFill>
              </a:defRPr>
            </a:pPr>
            <a:r>
              <a:t>Advanced analytics, AI summaries, offline audio, and custom institutional features.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11312" y="1783080"/>
            <a:ext cx="314553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45341"/>
                </a:solidFill>
              </a:rPr>
              <a:t>Partnerships</a:t>
            </a:r>
          </a:p>
          <a:p>
            <a:pPr>
              <a:defRPr sz="1100">
                <a:solidFill>
                  <a:srgbClr val="1C232B"/>
                </a:solidFill>
              </a:defRPr>
            </a:pPr>
            <a:r>
              <a:t>Content partnerships, library digitization, training, and support packages.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365760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3794760"/>
            <a:ext cx="314553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45341"/>
                </a:solidFill>
              </a:rPr>
              <a:t>Pilot Programs</a:t>
            </a:r>
          </a:p>
          <a:p>
            <a:pPr>
              <a:defRPr sz="1100">
                <a:solidFill>
                  <a:srgbClr val="1C232B"/>
                </a:solidFill>
              </a:defRPr>
            </a:pPr>
            <a:r>
              <a:t>Paid deployments and onboarding for education institutions.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65760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3794760"/>
            <a:ext cx="314553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45341"/>
                </a:solidFill>
              </a:rPr>
              <a:t>Impact Funding</a:t>
            </a:r>
          </a:p>
          <a:p>
            <a:pPr>
              <a:defRPr sz="1100">
                <a:solidFill>
                  <a:srgbClr val="1C232B"/>
                </a:solidFill>
              </a:defRPr>
            </a:pPr>
            <a:r>
              <a:t>Accessibility and inclusive education partnerships with development organizations.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73152"/>
          </a:xfrm>
          <a:prstGeom prst="rect">
            <a:avLst/>
          </a:prstGeom>
          <a:solidFill>
            <a:srgbClr val="D9A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6294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F6C7A"/>
                </a:solidFill>
              </a:rPr>
              <a:t>SMART DIGITAL LIBRARY | Rwanda EdTech for Inclusive Learning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100">
                <a:solidFill>
                  <a:srgbClr val="145341"/>
                </a:solidFill>
              </a:rPr>
              <a:t>Funding Need: 7,000,000 RWF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F6C7A"/>
                </a:solidFill>
              </a:rPr>
              <a:t>How support will be used to scale the product.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232B"/>
                </a:solidFill>
              </a:defRPr>
            </a:pPr>
            <a:r>
              <a:t>Product development and AI features: narration, translation, summaries, quizzes, and mobile experience.</a:t>
            </a:r>
          </a:p>
          <a:p>
            <a:pPr>
              <a:spcAft>
                <a:spcPts val="800"/>
              </a:spcAft>
              <a:defRPr sz="1900">
                <a:solidFill>
                  <a:srgbClr val="1C232B"/>
                </a:solidFill>
              </a:defRPr>
            </a:pPr>
            <a:r>
              <a:t>Hosting, security, testing, and maintenance for reliable service delivery.</a:t>
            </a:r>
          </a:p>
          <a:p>
            <a:pPr>
              <a:spcAft>
                <a:spcPts val="800"/>
              </a:spcAft>
              <a:defRPr sz="1900">
                <a:solidFill>
                  <a:srgbClr val="1C232B"/>
                </a:solidFill>
              </a:defRPr>
            </a:pPr>
            <a:r>
              <a:t>More academic books, digitization, and institutional partnerships.</a:t>
            </a:r>
          </a:p>
          <a:p>
            <a:pPr>
              <a:spcAft>
                <a:spcPts val="800"/>
              </a:spcAft>
              <a:defRPr sz="1900">
                <a:solidFill>
                  <a:srgbClr val="1C232B"/>
                </a:solidFill>
              </a:defRPr>
            </a:pPr>
            <a:r>
              <a:t>Marketing, user training, pilot operations, and team support.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73152"/>
          </a:xfrm>
          <a:prstGeom prst="rect">
            <a:avLst/>
          </a:prstGeom>
          <a:solidFill>
            <a:srgbClr val="D9A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6294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F6C7A"/>
                </a:solidFill>
              </a:rPr>
              <a:t>SMART DIGITAL LIBRARY | Rwanda EdTech for Inclusive Learning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900">
                <a:solidFill>
                  <a:srgbClr val="FFFFFF"/>
                </a:solidFill>
              </a:rPr>
              <a:t>Why Select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74519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We solve a real education access problem with a practical, already-started platform.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We combine digital library access, easy retrieval, translation, narration, voice search, and personalized learning tools.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We create impact for students, workers, institutions, people with visual impairments, dyslexia, low literacy, and limited reading time.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With support, SMART DIGITAL LIBRARY can become scalable Rwandan learning infrastructure for inclusive education.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